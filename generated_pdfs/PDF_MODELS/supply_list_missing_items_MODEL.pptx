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5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0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4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36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17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11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86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41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095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49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78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39529-BD79-40D7-ADE5-F85E89D0E8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6100D-8FB8-4371-BAAE-9CFF25EA75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082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EBFB144-CD53-7801-32F0-64870F8F6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6680"/>
            <a:ext cx="1676400" cy="16764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5AA0D77-4387-4EA2-ED65-7994078654D3}"/>
              </a:ext>
            </a:extLst>
          </p:cNvPr>
          <p:cNvSpPr txBox="1"/>
          <p:nvPr/>
        </p:nvSpPr>
        <p:spPr>
          <a:xfrm>
            <a:off x="1905000" y="676870"/>
            <a:ext cx="3215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Lista de materiais</a:t>
            </a:r>
          </a:p>
          <a:p>
            <a:pPr algn="ctr"/>
            <a:r>
              <a:rPr lang="pt-BR" sz="2000" b="1" i="1" dirty="0"/>
              <a:t> </a:t>
            </a:r>
            <a:r>
              <a:rPr lang="pt-BR" sz="2000" b="1" i="1" dirty="0" err="1"/>
              <a:t>Supply</a:t>
            </a:r>
            <a:r>
              <a:rPr lang="pt-BR" sz="2000" b="1" i="1" dirty="0"/>
              <a:t> </a:t>
            </a:r>
            <a:r>
              <a:rPr lang="pt-BR" sz="2000" b="1" i="1" dirty="0" err="1"/>
              <a:t>List</a:t>
            </a:r>
            <a:r>
              <a:rPr lang="pt-BR" sz="2000" b="1" i="1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63B49BF-F4C8-3F44-BE3B-A009F860C4A2}"/>
              </a:ext>
            </a:extLst>
          </p:cNvPr>
          <p:cNvSpPr txBox="1"/>
          <p:nvPr/>
        </p:nvSpPr>
        <p:spPr>
          <a:xfrm>
            <a:off x="2392680" y="426303"/>
            <a:ext cx="2453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5th Grade - 2025/2026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267342B-42FD-0C30-9B1D-863F126BFE6B}"/>
              </a:ext>
            </a:extLst>
          </p:cNvPr>
          <p:cNvCxnSpPr>
            <a:cxnSpLocks/>
          </p:cNvCxnSpPr>
          <p:nvPr/>
        </p:nvCxnSpPr>
        <p:spPr>
          <a:xfrm>
            <a:off x="0" y="1943100"/>
            <a:ext cx="6858000" cy="0"/>
          </a:xfrm>
          <a:prstGeom prst="line">
            <a:avLst/>
          </a:prstGeom>
          <a:ln>
            <a:solidFill>
              <a:srgbClr val="00368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4ED5F86-237A-3E6B-3C8B-B3B3FB41C358}"/>
              </a:ext>
            </a:extLst>
          </p:cNvPr>
          <p:cNvSpPr txBox="1"/>
          <p:nvPr/>
        </p:nvSpPr>
        <p:spPr>
          <a:xfrm>
            <a:off x="1725930" y="2033647"/>
            <a:ext cx="340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ITENS FALTANTES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67A8B1E-12FE-7AE1-2357-2AD8EB147224}"/>
              </a:ext>
            </a:extLst>
          </p:cNvPr>
          <p:cNvSpPr txBox="1"/>
          <p:nvPr/>
        </p:nvSpPr>
        <p:spPr>
          <a:xfrm>
            <a:off x="1725930" y="2378334"/>
            <a:ext cx="3406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i="1" dirty="0"/>
              <a:t>MISSING ITEMS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FCEB2FE1-3BB0-5AAF-CC6B-0E437DF4B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82904"/>
              </p:ext>
            </p:extLst>
          </p:nvPr>
        </p:nvGraphicFramePr>
        <p:xfrm>
          <a:off x="845820" y="2925724"/>
          <a:ext cx="5166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338256196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57845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2389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50295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03232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17683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767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714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14</Words>
  <Application>Microsoft Office PowerPoint</Application>
  <PresentationFormat>Papel A4 (210 x 297 mm)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G. Ferreira</dc:creator>
  <cp:lastModifiedBy>Kevin G. Ferreira</cp:lastModifiedBy>
  <cp:revision>5</cp:revision>
  <dcterms:created xsi:type="dcterms:W3CDTF">2026-06-29T12:38:23Z</dcterms:created>
  <dcterms:modified xsi:type="dcterms:W3CDTF">2026-06-29T14:15:13Z</dcterms:modified>
</cp:coreProperties>
</file>